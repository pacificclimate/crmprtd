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18"/>
    <p:restoredTop sz="94694"/>
  </p:normalViewPr>
  <p:slideViewPr>
    <p:cSldViewPr snapToGrid="0">
      <p:cViewPr varScale="1">
        <p:scale>
          <a:sx n="121" d="100"/>
          <a:sy n="121" d="100"/>
        </p:scale>
        <p:origin x="6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CC56-04C3-F82E-7E43-A148DA6230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252BAA-E71C-EC1C-3D90-0CBE23BB60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3339DA-7F5A-32B2-1E45-ADDA6C9DE392}"/>
              </a:ext>
            </a:extLst>
          </p:cNvPr>
          <p:cNvSpPr>
            <a:spLocks noGrp="1"/>
          </p:cNvSpPr>
          <p:nvPr>
            <p:ph type="dt" sz="half" idx="10"/>
          </p:nvPr>
        </p:nvSpPr>
        <p:spPr/>
        <p:txBody>
          <a:bodyPr/>
          <a:lstStyle/>
          <a:p>
            <a:fld id="{5DF02BFC-5B4C-8A42-9F58-D109E2CD0A33}" type="datetimeFigureOut">
              <a:rPr lang="en-US" smtClean="0"/>
              <a:t>3/30/26</a:t>
            </a:fld>
            <a:endParaRPr lang="en-US"/>
          </a:p>
        </p:txBody>
      </p:sp>
      <p:sp>
        <p:nvSpPr>
          <p:cNvPr id="5" name="Footer Placeholder 4">
            <a:extLst>
              <a:ext uri="{FF2B5EF4-FFF2-40B4-BE49-F238E27FC236}">
                <a16:creationId xmlns:a16="http://schemas.microsoft.com/office/drawing/2014/main" id="{35BFBC67-4D9A-E4AC-E498-0E0162458A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9A32AC-EEF9-2A4D-01D2-2F5F97909F3B}"/>
              </a:ext>
            </a:extLst>
          </p:cNvPr>
          <p:cNvSpPr>
            <a:spLocks noGrp="1"/>
          </p:cNvSpPr>
          <p:nvPr>
            <p:ph type="sldNum" sz="quarter" idx="12"/>
          </p:nvPr>
        </p:nvSpPr>
        <p:spPr/>
        <p:txBody>
          <a:bodyPr/>
          <a:lstStyle/>
          <a:p>
            <a:fld id="{868AFD20-84C2-EF4A-A883-518F457767D6}" type="slidenum">
              <a:rPr lang="en-US" smtClean="0"/>
              <a:t>‹#›</a:t>
            </a:fld>
            <a:endParaRPr lang="en-US"/>
          </a:p>
        </p:txBody>
      </p:sp>
    </p:spTree>
    <p:extLst>
      <p:ext uri="{BB962C8B-B14F-4D97-AF65-F5344CB8AC3E}">
        <p14:creationId xmlns:p14="http://schemas.microsoft.com/office/powerpoint/2010/main" val="2298753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33E23-CB8C-0E9A-28AA-2E42EB0D75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53DE5A-C06D-A498-6170-6CB76ECC82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2E48C7-A488-2456-317E-94982982A358}"/>
              </a:ext>
            </a:extLst>
          </p:cNvPr>
          <p:cNvSpPr>
            <a:spLocks noGrp="1"/>
          </p:cNvSpPr>
          <p:nvPr>
            <p:ph type="dt" sz="half" idx="10"/>
          </p:nvPr>
        </p:nvSpPr>
        <p:spPr/>
        <p:txBody>
          <a:bodyPr/>
          <a:lstStyle/>
          <a:p>
            <a:fld id="{5DF02BFC-5B4C-8A42-9F58-D109E2CD0A33}" type="datetimeFigureOut">
              <a:rPr lang="en-US" smtClean="0"/>
              <a:t>3/30/26</a:t>
            </a:fld>
            <a:endParaRPr lang="en-US"/>
          </a:p>
        </p:txBody>
      </p:sp>
      <p:sp>
        <p:nvSpPr>
          <p:cNvPr id="5" name="Footer Placeholder 4">
            <a:extLst>
              <a:ext uri="{FF2B5EF4-FFF2-40B4-BE49-F238E27FC236}">
                <a16:creationId xmlns:a16="http://schemas.microsoft.com/office/drawing/2014/main" id="{464AF0DA-8F34-A18B-7A85-B7359067F2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18DBA-FF20-5A2A-885E-C08654460D2B}"/>
              </a:ext>
            </a:extLst>
          </p:cNvPr>
          <p:cNvSpPr>
            <a:spLocks noGrp="1"/>
          </p:cNvSpPr>
          <p:nvPr>
            <p:ph type="sldNum" sz="quarter" idx="12"/>
          </p:nvPr>
        </p:nvSpPr>
        <p:spPr/>
        <p:txBody>
          <a:bodyPr/>
          <a:lstStyle/>
          <a:p>
            <a:fld id="{868AFD20-84C2-EF4A-A883-518F457767D6}" type="slidenum">
              <a:rPr lang="en-US" smtClean="0"/>
              <a:t>‹#›</a:t>
            </a:fld>
            <a:endParaRPr lang="en-US"/>
          </a:p>
        </p:txBody>
      </p:sp>
    </p:spTree>
    <p:extLst>
      <p:ext uri="{BB962C8B-B14F-4D97-AF65-F5344CB8AC3E}">
        <p14:creationId xmlns:p14="http://schemas.microsoft.com/office/powerpoint/2010/main" val="627434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89A3F-A893-96FE-5839-6549BA68D0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2BD7B9-112A-505F-955B-1FEC998458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8D76BF-A808-05A4-7A45-477CDAFA01B0}"/>
              </a:ext>
            </a:extLst>
          </p:cNvPr>
          <p:cNvSpPr>
            <a:spLocks noGrp="1"/>
          </p:cNvSpPr>
          <p:nvPr>
            <p:ph type="dt" sz="half" idx="10"/>
          </p:nvPr>
        </p:nvSpPr>
        <p:spPr/>
        <p:txBody>
          <a:bodyPr/>
          <a:lstStyle/>
          <a:p>
            <a:fld id="{5DF02BFC-5B4C-8A42-9F58-D109E2CD0A33}" type="datetimeFigureOut">
              <a:rPr lang="en-US" smtClean="0"/>
              <a:t>3/30/26</a:t>
            </a:fld>
            <a:endParaRPr lang="en-US"/>
          </a:p>
        </p:txBody>
      </p:sp>
      <p:sp>
        <p:nvSpPr>
          <p:cNvPr id="5" name="Footer Placeholder 4">
            <a:extLst>
              <a:ext uri="{FF2B5EF4-FFF2-40B4-BE49-F238E27FC236}">
                <a16:creationId xmlns:a16="http://schemas.microsoft.com/office/drawing/2014/main" id="{869003F2-363C-7043-99AA-00147C6F77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D95493-019F-9D77-D28F-752DDB6FDF40}"/>
              </a:ext>
            </a:extLst>
          </p:cNvPr>
          <p:cNvSpPr>
            <a:spLocks noGrp="1"/>
          </p:cNvSpPr>
          <p:nvPr>
            <p:ph type="sldNum" sz="quarter" idx="12"/>
          </p:nvPr>
        </p:nvSpPr>
        <p:spPr/>
        <p:txBody>
          <a:bodyPr/>
          <a:lstStyle/>
          <a:p>
            <a:fld id="{868AFD20-84C2-EF4A-A883-518F457767D6}" type="slidenum">
              <a:rPr lang="en-US" smtClean="0"/>
              <a:t>‹#›</a:t>
            </a:fld>
            <a:endParaRPr lang="en-US"/>
          </a:p>
        </p:txBody>
      </p:sp>
    </p:spTree>
    <p:extLst>
      <p:ext uri="{BB962C8B-B14F-4D97-AF65-F5344CB8AC3E}">
        <p14:creationId xmlns:p14="http://schemas.microsoft.com/office/powerpoint/2010/main" val="952862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EE05-097B-62BD-260B-7775BC7FE0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943519-61C1-6845-6DC3-D0F9D13143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0B22E3-5D00-8B50-B5F1-81FF29B1D6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A3F435-1618-1A94-4E32-10E40F54793B}"/>
              </a:ext>
            </a:extLst>
          </p:cNvPr>
          <p:cNvSpPr>
            <a:spLocks noGrp="1"/>
          </p:cNvSpPr>
          <p:nvPr>
            <p:ph type="dt" sz="half" idx="10"/>
          </p:nvPr>
        </p:nvSpPr>
        <p:spPr/>
        <p:txBody>
          <a:bodyPr/>
          <a:lstStyle/>
          <a:p>
            <a:fld id="{5DF02BFC-5B4C-8A42-9F58-D109E2CD0A33}" type="datetimeFigureOut">
              <a:rPr lang="en-US" smtClean="0"/>
              <a:t>3/30/26</a:t>
            </a:fld>
            <a:endParaRPr lang="en-US"/>
          </a:p>
        </p:txBody>
      </p:sp>
      <p:sp>
        <p:nvSpPr>
          <p:cNvPr id="6" name="Footer Placeholder 5">
            <a:extLst>
              <a:ext uri="{FF2B5EF4-FFF2-40B4-BE49-F238E27FC236}">
                <a16:creationId xmlns:a16="http://schemas.microsoft.com/office/drawing/2014/main" id="{F1759713-A6FF-6AE5-A060-4DD48AD6F6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9AEC23-1FC6-FBED-EF8C-F3F88B947B54}"/>
              </a:ext>
            </a:extLst>
          </p:cNvPr>
          <p:cNvSpPr>
            <a:spLocks noGrp="1"/>
          </p:cNvSpPr>
          <p:nvPr>
            <p:ph type="sldNum" sz="quarter" idx="12"/>
          </p:nvPr>
        </p:nvSpPr>
        <p:spPr/>
        <p:txBody>
          <a:bodyPr/>
          <a:lstStyle/>
          <a:p>
            <a:fld id="{868AFD20-84C2-EF4A-A883-518F457767D6}" type="slidenum">
              <a:rPr lang="en-US" smtClean="0"/>
              <a:t>‹#›</a:t>
            </a:fld>
            <a:endParaRPr lang="en-US"/>
          </a:p>
        </p:txBody>
      </p:sp>
    </p:spTree>
    <p:extLst>
      <p:ext uri="{BB962C8B-B14F-4D97-AF65-F5344CB8AC3E}">
        <p14:creationId xmlns:p14="http://schemas.microsoft.com/office/powerpoint/2010/main" val="1625163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181E7-8EF9-28A6-F95D-DF87456B58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B37EA-F692-7FF7-6939-C87CC4C498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6F397F-E77B-6532-4B15-887D825DF9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8498D9-7F59-FC32-0645-65C9755D37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431EC0-CCA7-1FC2-B30D-7C62CBA9D6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86E533-B7B8-4893-2AE1-D3CD9D1727D4}"/>
              </a:ext>
            </a:extLst>
          </p:cNvPr>
          <p:cNvSpPr>
            <a:spLocks noGrp="1"/>
          </p:cNvSpPr>
          <p:nvPr>
            <p:ph type="dt" sz="half" idx="10"/>
          </p:nvPr>
        </p:nvSpPr>
        <p:spPr/>
        <p:txBody>
          <a:bodyPr/>
          <a:lstStyle/>
          <a:p>
            <a:fld id="{5DF02BFC-5B4C-8A42-9F58-D109E2CD0A33}" type="datetimeFigureOut">
              <a:rPr lang="en-US" smtClean="0"/>
              <a:t>3/30/26</a:t>
            </a:fld>
            <a:endParaRPr lang="en-US"/>
          </a:p>
        </p:txBody>
      </p:sp>
      <p:sp>
        <p:nvSpPr>
          <p:cNvPr id="8" name="Footer Placeholder 7">
            <a:extLst>
              <a:ext uri="{FF2B5EF4-FFF2-40B4-BE49-F238E27FC236}">
                <a16:creationId xmlns:a16="http://schemas.microsoft.com/office/drawing/2014/main" id="{FBBD8FE2-95B4-A4DE-2DE3-0500334B6B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6BE420-AFB9-FC0F-35CC-8A6794CFF9A3}"/>
              </a:ext>
            </a:extLst>
          </p:cNvPr>
          <p:cNvSpPr>
            <a:spLocks noGrp="1"/>
          </p:cNvSpPr>
          <p:nvPr>
            <p:ph type="sldNum" sz="quarter" idx="12"/>
          </p:nvPr>
        </p:nvSpPr>
        <p:spPr/>
        <p:txBody>
          <a:bodyPr/>
          <a:lstStyle/>
          <a:p>
            <a:fld id="{868AFD20-84C2-EF4A-A883-518F457767D6}" type="slidenum">
              <a:rPr lang="en-US" smtClean="0"/>
              <a:t>‹#›</a:t>
            </a:fld>
            <a:endParaRPr lang="en-US"/>
          </a:p>
        </p:txBody>
      </p:sp>
    </p:spTree>
    <p:extLst>
      <p:ext uri="{BB962C8B-B14F-4D97-AF65-F5344CB8AC3E}">
        <p14:creationId xmlns:p14="http://schemas.microsoft.com/office/powerpoint/2010/main" val="3788307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D29C-FC3F-E43C-FE77-105B7EAF03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092046-BF48-1C5B-D8EE-B52669176377}"/>
              </a:ext>
            </a:extLst>
          </p:cNvPr>
          <p:cNvSpPr>
            <a:spLocks noGrp="1"/>
          </p:cNvSpPr>
          <p:nvPr>
            <p:ph type="dt" sz="half" idx="10"/>
          </p:nvPr>
        </p:nvSpPr>
        <p:spPr/>
        <p:txBody>
          <a:bodyPr/>
          <a:lstStyle/>
          <a:p>
            <a:fld id="{5DF02BFC-5B4C-8A42-9F58-D109E2CD0A33}" type="datetimeFigureOut">
              <a:rPr lang="en-US" smtClean="0"/>
              <a:t>3/30/26</a:t>
            </a:fld>
            <a:endParaRPr lang="en-US"/>
          </a:p>
        </p:txBody>
      </p:sp>
      <p:sp>
        <p:nvSpPr>
          <p:cNvPr id="4" name="Footer Placeholder 3">
            <a:extLst>
              <a:ext uri="{FF2B5EF4-FFF2-40B4-BE49-F238E27FC236}">
                <a16:creationId xmlns:a16="http://schemas.microsoft.com/office/drawing/2014/main" id="{F24D18C9-C7BA-C345-0C00-0E36C4EFDD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1D5F93-7AA1-8499-3C16-E1C41DF99FC1}"/>
              </a:ext>
            </a:extLst>
          </p:cNvPr>
          <p:cNvSpPr>
            <a:spLocks noGrp="1"/>
          </p:cNvSpPr>
          <p:nvPr>
            <p:ph type="sldNum" sz="quarter" idx="12"/>
          </p:nvPr>
        </p:nvSpPr>
        <p:spPr/>
        <p:txBody>
          <a:bodyPr/>
          <a:lstStyle/>
          <a:p>
            <a:fld id="{868AFD20-84C2-EF4A-A883-518F457767D6}" type="slidenum">
              <a:rPr lang="en-US" smtClean="0"/>
              <a:t>‹#›</a:t>
            </a:fld>
            <a:endParaRPr lang="en-US"/>
          </a:p>
        </p:txBody>
      </p:sp>
    </p:spTree>
    <p:extLst>
      <p:ext uri="{BB962C8B-B14F-4D97-AF65-F5344CB8AC3E}">
        <p14:creationId xmlns:p14="http://schemas.microsoft.com/office/powerpoint/2010/main" val="3056114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D0542-075D-CF5C-B454-4C08F299D263}"/>
              </a:ext>
            </a:extLst>
          </p:cNvPr>
          <p:cNvSpPr>
            <a:spLocks noGrp="1"/>
          </p:cNvSpPr>
          <p:nvPr>
            <p:ph type="dt" sz="half" idx="10"/>
          </p:nvPr>
        </p:nvSpPr>
        <p:spPr/>
        <p:txBody>
          <a:bodyPr/>
          <a:lstStyle/>
          <a:p>
            <a:fld id="{5DF02BFC-5B4C-8A42-9F58-D109E2CD0A33}" type="datetimeFigureOut">
              <a:rPr lang="en-US" smtClean="0"/>
              <a:t>3/30/26</a:t>
            </a:fld>
            <a:endParaRPr lang="en-US"/>
          </a:p>
        </p:txBody>
      </p:sp>
      <p:sp>
        <p:nvSpPr>
          <p:cNvPr id="3" name="Footer Placeholder 2">
            <a:extLst>
              <a:ext uri="{FF2B5EF4-FFF2-40B4-BE49-F238E27FC236}">
                <a16:creationId xmlns:a16="http://schemas.microsoft.com/office/drawing/2014/main" id="{464F51EA-7E3E-A527-8ED2-C867154022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8D19C6-66D1-4AE2-CEA3-AA60EC7D82A9}"/>
              </a:ext>
            </a:extLst>
          </p:cNvPr>
          <p:cNvSpPr>
            <a:spLocks noGrp="1"/>
          </p:cNvSpPr>
          <p:nvPr>
            <p:ph type="sldNum" sz="quarter" idx="12"/>
          </p:nvPr>
        </p:nvSpPr>
        <p:spPr/>
        <p:txBody>
          <a:bodyPr/>
          <a:lstStyle/>
          <a:p>
            <a:fld id="{868AFD20-84C2-EF4A-A883-518F457767D6}" type="slidenum">
              <a:rPr lang="en-US" smtClean="0"/>
              <a:t>‹#›</a:t>
            </a:fld>
            <a:endParaRPr lang="en-US"/>
          </a:p>
        </p:txBody>
      </p:sp>
    </p:spTree>
    <p:extLst>
      <p:ext uri="{BB962C8B-B14F-4D97-AF65-F5344CB8AC3E}">
        <p14:creationId xmlns:p14="http://schemas.microsoft.com/office/powerpoint/2010/main" val="2553226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09E16-240E-B4F6-6069-56C93C4736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90B786-1F13-237A-3E5F-B4E6946634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0A95EA-3717-4685-95CA-D0EB4E40A0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19B48-62A1-EE91-2382-34BFD9DE4473}"/>
              </a:ext>
            </a:extLst>
          </p:cNvPr>
          <p:cNvSpPr>
            <a:spLocks noGrp="1"/>
          </p:cNvSpPr>
          <p:nvPr>
            <p:ph type="dt" sz="half" idx="10"/>
          </p:nvPr>
        </p:nvSpPr>
        <p:spPr/>
        <p:txBody>
          <a:bodyPr/>
          <a:lstStyle/>
          <a:p>
            <a:fld id="{5DF02BFC-5B4C-8A42-9F58-D109E2CD0A33}" type="datetimeFigureOut">
              <a:rPr lang="en-US" smtClean="0"/>
              <a:t>3/30/26</a:t>
            </a:fld>
            <a:endParaRPr lang="en-US"/>
          </a:p>
        </p:txBody>
      </p:sp>
      <p:sp>
        <p:nvSpPr>
          <p:cNvPr id="6" name="Footer Placeholder 5">
            <a:extLst>
              <a:ext uri="{FF2B5EF4-FFF2-40B4-BE49-F238E27FC236}">
                <a16:creationId xmlns:a16="http://schemas.microsoft.com/office/drawing/2014/main" id="{14E8B91D-997F-4E3F-A8FD-05DD0F77D0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6714B2-28D7-53EE-CEB4-FA69AFFA3872}"/>
              </a:ext>
            </a:extLst>
          </p:cNvPr>
          <p:cNvSpPr>
            <a:spLocks noGrp="1"/>
          </p:cNvSpPr>
          <p:nvPr>
            <p:ph type="sldNum" sz="quarter" idx="12"/>
          </p:nvPr>
        </p:nvSpPr>
        <p:spPr/>
        <p:txBody>
          <a:bodyPr/>
          <a:lstStyle/>
          <a:p>
            <a:fld id="{868AFD20-84C2-EF4A-A883-518F457767D6}" type="slidenum">
              <a:rPr lang="en-US" smtClean="0"/>
              <a:t>‹#›</a:t>
            </a:fld>
            <a:endParaRPr lang="en-US"/>
          </a:p>
        </p:txBody>
      </p:sp>
    </p:spTree>
    <p:extLst>
      <p:ext uri="{BB962C8B-B14F-4D97-AF65-F5344CB8AC3E}">
        <p14:creationId xmlns:p14="http://schemas.microsoft.com/office/powerpoint/2010/main" val="3468953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868E6-608C-EF57-287E-D21F66C191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5E0EA7-661A-B880-0105-92B95AF71E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AEBE23-CEDD-8D2A-322E-D08C48A95A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AD592E-CC6B-5D46-F787-70718FD16943}"/>
              </a:ext>
            </a:extLst>
          </p:cNvPr>
          <p:cNvSpPr>
            <a:spLocks noGrp="1"/>
          </p:cNvSpPr>
          <p:nvPr>
            <p:ph type="dt" sz="half" idx="10"/>
          </p:nvPr>
        </p:nvSpPr>
        <p:spPr/>
        <p:txBody>
          <a:bodyPr/>
          <a:lstStyle/>
          <a:p>
            <a:fld id="{5DF02BFC-5B4C-8A42-9F58-D109E2CD0A33}" type="datetimeFigureOut">
              <a:rPr lang="en-US" smtClean="0"/>
              <a:t>3/30/26</a:t>
            </a:fld>
            <a:endParaRPr lang="en-US"/>
          </a:p>
        </p:txBody>
      </p:sp>
      <p:sp>
        <p:nvSpPr>
          <p:cNvPr id="6" name="Footer Placeholder 5">
            <a:extLst>
              <a:ext uri="{FF2B5EF4-FFF2-40B4-BE49-F238E27FC236}">
                <a16:creationId xmlns:a16="http://schemas.microsoft.com/office/drawing/2014/main" id="{9CD8FF3F-7CFB-1AA0-4B36-40899EAFC1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36F91B-A9B3-FBA6-CA92-C3C131117895}"/>
              </a:ext>
            </a:extLst>
          </p:cNvPr>
          <p:cNvSpPr>
            <a:spLocks noGrp="1"/>
          </p:cNvSpPr>
          <p:nvPr>
            <p:ph type="sldNum" sz="quarter" idx="12"/>
          </p:nvPr>
        </p:nvSpPr>
        <p:spPr/>
        <p:txBody>
          <a:bodyPr/>
          <a:lstStyle/>
          <a:p>
            <a:fld id="{868AFD20-84C2-EF4A-A883-518F457767D6}" type="slidenum">
              <a:rPr lang="en-US" smtClean="0"/>
              <a:t>‹#›</a:t>
            </a:fld>
            <a:endParaRPr lang="en-US"/>
          </a:p>
        </p:txBody>
      </p:sp>
    </p:spTree>
    <p:extLst>
      <p:ext uri="{BB962C8B-B14F-4D97-AF65-F5344CB8AC3E}">
        <p14:creationId xmlns:p14="http://schemas.microsoft.com/office/powerpoint/2010/main" val="128799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117FF-2973-0595-A195-09BFA6BB7C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C9D952-2D16-A1AA-E162-1C20F48BF0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B5095A-E426-8653-6A18-D91178F6A72A}"/>
              </a:ext>
            </a:extLst>
          </p:cNvPr>
          <p:cNvSpPr>
            <a:spLocks noGrp="1"/>
          </p:cNvSpPr>
          <p:nvPr>
            <p:ph type="dt" sz="half" idx="10"/>
          </p:nvPr>
        </p:nvSpPr>
        <p:spPr/>
        <p:txBody>
          <a:bodyPr/>
          <a:lstStyle/>
          <a:p>
            <a:fld id="{5DF02BFC-5B4C-8A42-9F58-D109E2CD0A33}" type="datetimeFigureOut">
              <a:rPr lang="en-US" smtClean="0"/>
              <a:t>3/30/26</a:t>
            </a:fld>
            <a:endParaRPr lang="en-US"/>
          </a:p>
        </p:txBody>
      </p:sp>
      <p:sp>
        <p:nvSpPr>
          <p:cNvPr id="5" name="Footer Placeholder 4">
            <a:extLst>
              <a:ext uri="{FF2B5EF4-FFF2-40B4-BE49-F238E27FC236}">
                <a16:creationId xmlns:a16="http://schemas.microsoft.com/office/drawing/2014/main" id="{769231FA-D53D-0149-EFB9-DDACDA9D89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DACBA0-0DA4-B233-EBB8-BC951C9D6C00}"/>
              </a:ext>
            </a:extLst>
          </p:cNvPr>
          <p:cNvSpPr>
            <a:spLocks noGrp="1"/>
          </p:cNvSpPr>
          <p:nvPr>
            <p:ph type="sldNum" sz="quarter" idx="12"/>
          </p:nvPr>
        </p:nvSpPr>
        <p:spPr/>
        <p:txBody>
          <a:bodyPr/>
          <a:lstStyle/>
          <a:p>
            <a:fld id="{868AFD20-84C2-EF4A-A883-518F457767D6}" type="slidenum">
              <a:rPr lang="en-US" smtClean="0"/>
              <a:t>‹#›</a:t>
            </a:fld>
            <a:endParaRPr lang="en-US"/>
          </a:p>
        </p:txBody>
      </p:sp>
    </p:spTree>
    <p:extLst>
      <p:ext uri="{BB962C8B-B14F-4D97-AF65-F5344CB8AC3E}">
        <p14:creationId xmlns:p14="http://schemas.microsoft.com/office/powerpoint/2010/main" val="2459078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364F18-1907-3D2E-F052-F3E47C4246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40F989-0858-E7CC-98A5-EF2348A3CC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C7BB92-5434-E4A0-1503-87FC55254BCD}"/>
              </a:ext>
            </a:extLst>
          </p:cNvPr>
          <p:cNvSpPr>
            <a:spLocks noGrp="1"/>
          </p:cNvSpPr>
          <p:nvPr>
            <p:ph type="dt" sz="half" idx="10"/>
          </p:nvPr>
        </p:nvSpPr>
        <p:spPr/>
        <p:txBody>
          <a:bodyPr/>
          <a:lstStyle/>
          <a:p>
            <a:fld id="{5DF02BFC-5B4C-8A42-9F58-D109E2CD0A33}" type="datetimeFigureOut">
              <a:rPr lang="en-US" smtClean="0"/>
              <a:t>3/30/26</a:t>
            </a:fld>
            <a:endParaRPr lang="en-US"/>
          </a:p>
        </p:txBody>
      </p:sp>
      <p:sp>
        <p:nvSpPr>
          <p:cNvPr id="5" name="Footer Placeholder 4">
            <a:extLst>
              <a:ext uri="{FF2B5EF4-FFF2-40B4-BE49-F238E27FC236}">
                <a16:creationId xmlns:a16="http://schemas.microsoft.com/office/drawing/2014/main" id="{6E6212F0-36E7-588F-F938-54587A6F00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59899-ED7B-A6D5-FADC-5A625E1B9E70}"/>
              </a:ext>
            </a:extLst>
          </p:cNvPr>
          <p:cNvSpPr>
            <a:spLocks noGrp="1"/>
          </p:cNvSpPr>
          <p:nvPr>
            <p:ph type="sldNum" sz="quarter" idx="12"/>
          </p:nvPr>
        </p:nvSpPr>
        <p:spPr/>
        <p:txBody>
          <a:bodyPr/>
          <a:lstStyle/>
          <a:p>
            <a:fld id="{868AFD20-84C2-EF4A-A883-518F457767D6}" type="slidenum">
              <a:rPr lang="en-US" smtClean="0"/>
              <a:t>‹#›</a:t>
            </a:fld>
            <a:endParaRPr lang="en-US"/>
          </a:p>
        </p:txBody>
      </p:sp>
    </p:spTree>
    <p:extLst>
      <p:ext uri="{BB962C8B-B14F-4D97-AF65-F5344CB8AC3E}">
        <p14:creationId xmlns:p14="http://schemas.microsoft.com/office/powerpoint/2010/main" val="4125756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FABD82-DF85-9987-2995-39E59C1679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C7C016-8C74-9879-A75C-3BA873EB83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82E3C3-C91E-AB0B-2983-CCAD60C1EC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F02BFC-5B4C-8A42-9F58-D109E2CD0A33}" type="datetimeFigureOut">
              <a:rPr lang="en-US" smtClean="0"/>
              <a:t>3/30/26</a:t>
            </a:fld>
            <a:endParaRPr lang="en-US"/>
          </a:p>
        </p:txBody>
      </p:sp>
      <p:sp>
        <p:nvSpPr>
          <p:cNvPr id="5" name="Footer Placeholder 4">
            <a:extLst>
              <a:ext uri="{FF2B5EF4-FFF2-40B4-BE49-F238E27FC236}">
                <a16:creationId xmlns:a16="http://schemas.microsoft.com/office/drawing/2014/main" id="{390C6CED-35FD-91DC-C59E-3E09702CD1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C55FBEB-9C66-38B7-CD74-305C984425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8AFD20-84C2-EF4A-A883-518F457767D6}" type="slidenum">
              <a:rPr lang="en-US" smtClean="0"/>
              <a:t>‹#›</a:t>
            </a:fld>
            <a:endParaRPr lang="en-US"/>
          </a:p>
        </p:txBody>
      </p:sp>
    </p:spTree>
    <p:extLst>
      <p:ext uri="{BB962C8B-B14F-4D97-AF65-F5344CB8AC3E}">
        <p14:creationId xmlns:p14="http://schemas.microsoft.com/office/powerpoint/2010/main" val="3721905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0611B8-9975-570C-87C3-92F2FE0B8650}"/>
              </a:ext>
            </a:extLst>
          </p:cNvPr>
          <p:cNvSpPr txBox="1"/>
          <p:nvPr/>
        </p:nvSpPr>
        <p:spPr>
          <a:xfrm>
            <a:off x="840826" y="428178"/>
            <a:ext cx="6096000" cy="923330"/>
          </a:xfrm>
          <a:prstGeom prst="rect">
            <a:avLst/>
          </a:prstGeom>
          <a:noFill/>
        </p:spPr>
        <p:txBody>
          <a:bodyPr wrap="square">
            <a:spAutoFit/>
          </a:bodyPr>
          <a:lstStyle/>
          <a:p>
            <a:pPr>
              <a:buNone/>
            </a:pPr>
            <a:r>
              <a:rPr lang="en-CA" i="1" dirty="0">
                <a:effectLst/>
                <a:latin typeface="Times"/>
              </a:rPr>
              <a:t>range (or limit or plausibility);</a:t>
            </a:r>
            <a:endParaRPr lang="en-CA" dirty="0">
              <a:effectLst/>
              <a:latin typeface="Times"/>
            </a:endParaRPr>
          </a:p>
          <a:p>
            <a:pPr>
              <a:buNone/>
            </a:pPr>
            <a:r>
              <a:rPr lang="en-CA" i="1" dirty="0">
                <a:effectLst/>
                <a:latin typeface="Times"/>
              </a:rPr>
              <a:t>temporal consistency; internal consistency; spatial consistency;</a:t>
            </a:r>
            <a:endParaRPr lang="en-CA" dirty="0">
              <a:effectLst/>
              <a:latin typeface="Times"/>
            </a:endParaRPr>
          </a:p>
          <a:p>
            <a:pPr>
              <a:buNone/>
            </a:pPr>
            <a:r>
              <a:rPr lang="en-CA" i="1" dirty="0">
                <a:effectLst/>
                <a:latin typeface="Times"/>
              </a:rPr>
              <a:t>climatological; homogeneity; manual</a:t>
            </a:r>
            <a:endParaRPr lang="en-CA" dirty="0">
              <a:effectLst/>
              <a:latin typeface="Times"/>
            </a:endParaRPr>
          </a:p>
        </p:txBody>
      </p:sp>
      <p:sp>
        <p:nvSpPr>
          <p:cNvPr id="6" name="TextBox 5">
            <a:extLst>
              <a:ext uri="{FF2B5EF4-FFF2-40B4-BE49-F238E27FC236}">
                <a16:creationId xmlns:a16="http://schemas.microsoft.com/office/drawing/2014/main" id="{B1F4E83B-5469-4A69-8A32-74CC0A857F82}"/>
              </a:ext>
            </a:extLst>
          </p:cNvPr>
          <p:cNvSpPr txBox="1"/>
          <p:nvPr/>
        </p:nvSpPr>
        <p:spPr>
          <a:xfrm>
            <a:off x="956441" y="1672697"/>
            <a:ext cx="6338723" cy="1200329"/>
          </a:xfrm>
          <a:prstGeom prst="rect">
            <a:avLst/>
          </a:prstGeom>
          <a:noFill/>
        </p:spPr>
        <p:txBody>
          <a:bodyPr wrap="none" rtlCol="0">
            <a:spAutoFit/>
          </a:bodyPr>
          <a:lstStyle/>
          <a:p>
            <a:r>
              <a:rPr lang="en-CA" i="1" dirty="0"/>
              <a:t>basic integrity checks, outlier tests,</a:t>
            </a:r>
            <a:endParaRPr lang="en-CA" dirty="0"/>
          </a:p>
          <a:p>
            <a:r>
              <a:rPr lang="en-CA" i="1" dirty="0"/>
              <a:t>internal and temporal consistency checks, spatial consistency</a:t>
            </a:r>
            <a:endParaRPr lang="en-CA" dirty="0"/>
          </a:p>
          <a:p>
            <a:r>
              <a:rPr lang="en-CA" i="1" dirty="0"/>
              <a:t>checks, and ‘‘</a:t>
            </a:r>
            <a:r>
              <a:rPr lang="en-CA" i="1" dirty="0" err="1"/>
              <a:t>megaconsistency</a:t>
            </a:r>
            <a:r>
              <a:rPr lang="en-CA" i="1" dirty="0"/>
              <a:t>’’ checks.</a:t>
            </a:r>
            <a:endParaRPr lang="en-CA" dirty="0"/>
          </a:p>
          <a:p>
            <a:endParaRPr lang="en-US" dirty="0"/>
          </a:p>
        </p:txBody>
      </p:sp>
      <p:sp>
        <p:nvSpPr>
          <p:cNvPr id="8" name="TextBox 7">
            <a:extLst>
              <a:ext uri="{FF2B5EF4-FFF2-40B4-BE49-F238E27FC236}">
                <a16:creationId xmlns:a16="http://schemas.microsoft.com/office/drawing/2014/main" id="{FD5691D8-6990-C032-02DC-F90F312F4DC5}"/>
              </a:ext>
            </a:extLst>
          </p:cNvPr>
          <p:cNvSpPr txBox="1"/>
          <p:nvPr/>
        </p:nvSpPr>
        <p:spPr>
          <a:xfrm>
            <a:off x="956441" y="3194215"/>
            <a:ext cx="6926317" cy="3139321"/>
          </a:xfrm>
          <a:prstGeom prst="rect">
            <a:avLst/>
          </a:prstGeom>
          <a:noFill/>
        </p:spPr>
        <p:txBody>
          <a:bodyPr wrap="square">
            <a:spAutoFit/>
          </a:bodyPr>
          <a:lstStyle/>
          <a:p>
            <a:pPr>
              <a:buNone/>
            </a:pPr>
            <a:r>
              <a:rPr lang="en-CA" i="1" dirty="0">
                <a:effectLst/>
                <a:latin typeface="Times"/>
              </a:rPr>
              <a:t>The</a:t>
            </a:r>
            <a:endParaRPr lang="en-CA" dirty="0">
              <a:effectLst/>
              <a:latin typeface="Times"/>
            </a:endParaRPr>
          </a:p>
          <a:p>
            <a:pPr>
              <a:buNone/>
            </a:pPr>
            <a:r>
              <a:rPr lang="en-CA" i="1" dirty="0">
                <a:effectLst/>
                <a:latin typeface="Times"/>
              </a:rPr>
              <a:t>basic integrity checks identify cases of data duplication</a:t>
            </a:r>
            <a:endParaRPr lang="en-CA" dirty="0">
              <a:effectLst/>
              <a:latin typeface="Times"/>
            </a:endParaRPr>
          </a:p>
          <a:p>
            <a:pPr>
              <a:buNone/>
            </a:pPr>
            <a:r>
              <a:rPr lang="en-CA" i="1" dirty="0">
                <a:effectLst/>
                <a:latin typeface="Times"/>
              </a:rPr>
              <a:t>as well as physically implausible values. The outlier</a:t>
            </a:r>
            <a:endParaRPr lang="en-CA" dirty="0">
              <a:effectLst/>
              <a:latin typeface="Times"/>
            </a:endParaRPr>
          </a:p>
          <a:p>
            <a:pPr>
              <a:buNone/>
            </a:pPr>
            <a:r>
              <a:rPr lang="en-CA" i="1" dirty="0">
                <a:effectLst/>
                <a:latin typeface="Times"/>
              </a:rPr>
              <a:t>checks identify excessive gaps in the distributions</a:t>
            </a:r>
            <a:endParaRPr lang="en-CA" dirty="0">
              <a:effectLst/>
              <a:latin typeface="Times"/>
            </a:endParaRPr>
          </a:p>
          <a:p>
            <a:pPr>
              <a:buNone/>
            </a:pPr>
            <a:r>
              <a:rPr lang="en-CA" i="1" dirty="0">
                <a:effectLst/>
                <a:latin typeface="Times"/>
              </a:rPr>
              <a:t>of data values as well as observations that deviate excessively</a:t>
            </a:r>
            <a:endParaRPr lang="en-CA" dirty="0">
              <a:effectLst/>
              <a:latin typeface="Times"/>
            </a:endParaRPr>
          </a:p>
          <a:p>
            <a:pPr>
              <a:buNone/>
            </a:pPr>
            <a:r>
              <a:rPr lang="en-CA" i="1" dirty="0">
                <a:effectLst/>
                <a:latin typeface="Times"/>
              </a:rPr>
              <a:t>from station-specific climatological parameters.</a:t>
            </a:r>
            <a:endParaRPr lang="en-CA" dirty="0">
              <a:effectLst/>
              <a:latin typeface="Times"/>
            </a:endParaRPr>
          </a:p>
          <a:p>
            <a:pPr>
              <a:buNone/>
            </a:pPr>
            <a:r>
              <a:rPr lang="en-CA" i="1" dirty="0">
                <a:effectLst/>
                <a:latin typeface="Times"/>
              </a:rPr>
              <a:t>The internal, temporal, and spatial consistency</a:t>
            </a:r>
            <a:endParaRPr lang="en-CA" dirty="0">
              <a:effectLst/>
              <a:latin typeface="Times"/>
            </a:endParaRPr>
          </a:p>
          <a:p>
            <a:pPr>
              <a:buNone/>
            </a:pPr>
            <a:r>
              <a:rPr lang="en-CA" i="1" dirty="0">
                <a:effectLst/>
                <a:latin typeface="Times"/>
              </a:rPr>
              <a:t>checks identify values that deviate significantly from</a:t>
            </a:r>
            <a:endParaRPr lang="en-CA" dirty="0">
              <a:effectLst/>
              <a:latin typeface="Times"/>
            </a:endParaRPr>
          </a:p>
          <a:p>
            <a:pPr>
              <a:buNone/>
            </a:pPr>
            <a:r>
              <a:rPr lang="en-CA" i="1" dirty="0">
                <a:effectLst/>
                <a:latin typeface="Times"/>
              </a:rPr>
              <a:t>‘‘adjacent’’ observations in time and space. Finally, the</a:t>
            </a:r>
            <a:endParaRPr lang="en-CA" dirty="0">
              <a:effectLst/>
              <a:latin typeface="Times"/>
            </a:endParaRPr>
          </a:p>
          <a:p>
            <a:pPr>
              <a:buNone/>
            </a:pPr>
            <a:r>
              <a:rPr lang="en-CA" i="1" dirty="0" err="1">
                <a:effectLst/>
                <a:latin typeface="Times"/>
              </a:rPr>
              <a:t>megaconsistency</a:t>
            </a:r>
            <a:r>
              <a:rPr lang="en-CA" i="1" dirty="0">
                <a:effectLst/>
                <a:latin typeface="Times"/>
              </a:rPr>
              <a:t> checks verify the integrity of all remaining</a:t>
            </a:r>
            <a:endParaRPr lang="en-CA" dirty="0">
              <a:effectLst/>
              <a:latin typeface="Times"/>
            </a:endParaRPr>
          </a:p>
          <a:p>
            <a:pPr>
              <a:buNone/>
            </a:pPr>
            <a:r>
              <a:rPr lang="en-CA" i="1" dirty="0">
                <a:effectLst/>
                <a:latin typeface="Times"/>
              </a:rPr>
              <a:t>unflagged observations.</a:t>
            </a:r>
            <a:endParaRPr lang="en-CA" dirty="0">
              <a:effectLst/>
              <a:latin typeface="Times"/>
            </a:endParaRPr>
          </a:p>
        </p:txBody>
      </p:sp>
      <p:sp>
        <p:nvSpPr>
          <p:cNvPr id="9" name="TextBox 8">
            <a:extLst>
              <a:ext uri="{FF2B5EF4-FFF2-40B4-BE49-F238E27FC236}">
                <a16:creationId xmlns:a16="http://schemas.microsoft.com/office/drawing/2014/main" id="{D8776615-5C57-A7B4-72FF-00491052069B}"/>
              </a:ext>
            </a:extLst>
          </p:cNvPr>
          <p:cNvSpPr txBox="1"/>
          <p:nvPr/>
        </p:nvSpPr>
        <p:spPr>
          <a:xfrm>
            <a:off x="9448800" y="3888828"/>
            <a:ext cx="2396554" cy="369332"/>
          </a:xfrm>
          <a:prstGeom prst="rect">
            <a:avLst/>
          </a:prstGeom>
          <a:noFill/>
        </p:spPr>
        <p:txBody>
          <a:bodyPr wrap="none" rtlCol="0">
            <a:spAutoFit/>
          </a:bodyPr>
          <a:lstStyle/>
          <a:p>
            <a:r>
              <a:rPr lang="en-CA" dirty="0"/>
              <a:t>QA: Quality assurance</a:t>
            </a:r>
            <a:endParaRPr lang="en-US" dirty="0"/>
          </a:p>
        </p:txBody>
      </p:sp>
    </p:spTree>
    <p:extLst>
      <p:ext uri="{BB962C8B-B14F-4D97-AF65-F5344CB8AC3E}">
        <p14:creationId xmlns:p14="http://schemas.microsoft.com/office/powerpoint/2010/main" val="294737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6BEAAE-8F2D-9859-6730-6F5BBB34696B}"/>
              </a:ext>
            </a:extLst>
          </p:cNvPr>
          <p:cNvSpPr txBox="1"/>
          <p:nvPr/>
        </p:nvSpPr>
        <p:spPr>
          <a:xfrm>
            <a:off x="252249" y="756745"/>
            <a:ext cx="11561379" cy="3416320"/>
          </a:xfrm>
          <a:prstGeom prst="rect">
            <a:avLst/>
          </a:prstGeom>
          <a:noFill/>
        </p:spPr>
        <p:txBody>
          <a:bodyPr wrap="square" rtlCol="0">
            <a:spAutoFit/>
          </a:bodyPr>
          <a:lstStyle/>
          <a:p>
            <a:pPr marL="342900" indent="-342900">
              <a:buAutoNum type="alphaLcParenBoth"/>
            </a:pPr>
            <a:r>
              <a:rPr lang="en-CA" dirty="0"/>
              <a:t>Internal consistency checks of a complete synoptic or other compound observation: In practice, they are performed as a matter of course by an experienced observer, but they should nevertheless be an explicit requirement. Examples of this are the relations between the temperature, the dew point and the daily extremes, and between rain, cloud and weather;</a:t>
            </a:r>
          </a:p>
          <a:p>
            <a:pPr marL="342900" indent="-342900">
              <a:buAutoNum type="alphaLcParenBoth"/>
            </a:pPr>
            <a:endParaRPr lang="en-CA" dirty="0"/>
          </a:p>
          <a:p>
            <a:pPr marL="342900" indent="-342900">
              <a:buAutoNum type="alphaLcParenBoth"/>
            </a:pPr>
            <a:r>
              <a:rPr lang="en-CA" dirty="0"/>
              <a:t>Climatological checks: These for consistency: The observer knows, or is provided with charts or tables of, the normal seasonal ranges of variables at the station, and should not allow unusual values to go </a:t>
            </a:r>
            <a:r>
              <a:rPr lang="en-CA"/>
              <a:t>unchecked;</a:t>
            </a:r>
          </a:p>
          <a:p>
            <a:pPr marL="342900" indent="-342900">
              <a:buAutoNum type="alphaLcParenBoth"/>
            </a:pPr>
            <a:endParaRPr lang="en-CA" dirty="0"/>
          </a:p>
          <a:p>
            <a:pPr marL="342900" indent="-342900">
              <a:buAutoNum type="alphaLcParenBoth"/>
            </a:pPr>
            <a:r>
              <a:rPr lang="en-CA" dirty="0"/>
              <a:t>Temporal checks: These should be made to ensure that changes since the last observation are realistic, especially when the observations have been made by different observers; </a:t>
            </a:r>
          </a:p>
          <a:p>
            <a:pPr marL="342900" indent="-342900">
              <a:buAutoNum type="alphaLcParenBoth"/>
            </a:pPr>
            <a:endParaRPr lang="en-CA" dirty="0"/>
          </a:p>
          <a:p>
            <a:pPr marL="342900" indent="-342900">
              <a:buAutoNum type="alphaLcParenBoth"/>
            </a:pPr>
            <a:r>
              <a:rPr lang="en-CA" dirty="0"/>
              <a:t>Checks of all arithmetical and table look‑up operations;</a:t>
            </a:r>
            <a:endParaRPr lang="en-US" dirty="0"/>
          </a:p>
        </p:txBody>
      </p:sp>
    </p:spTree>
    <p:extLst>
      <p:ext uri="{BB962C8B-B14F-4D97-AF65-F5344CB8AC3E}">
        <p14:creationId xmlns:p14="http://schemas.microsoft.com/office/powerpoint/2010/main" val="28291505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19989</TotalTime>
  <Words>269</Words>
  <Application>Microsoft Macintosh PowerPoint</Application>
  <PresentationFormat>Widescreen</PresentationFormat>
  <Paragraphs>25</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Times</vt: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Tong Li</dc:creator>
  <cp:lastModifiedBy>Tong Li</cp:lastModifiedBy>
  <cp:revision>2</cp:revision>
  <dcterms:created xsi:type="dcterms:W3CDTF">2026-03-20T17:35:06Z</dcterms:created>
  <dcterms:modified xsi:type="dcterms:W3CDTF">2026-04-07T19:56:44Z</dcterms:modified>
</cp:coreProperties>
</file>