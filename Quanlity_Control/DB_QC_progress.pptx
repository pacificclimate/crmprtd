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CC56-04C3-F82E-7E43-A148DA623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52BAA-E71C-EC1C-3D90-0CBE23BB6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339DA-7F5A-32B2-1E45-ADDA6C9DE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2BFC-5B4C-8A42-9F58-D109E2CD0A3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FBC67-4D9A-E4AC-E498-0E016245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A32AC-EEF9-2A4D-01D2-2F5F9790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FD20-84C2-EF4A-A883-518F45776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5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3E23-CB8C-0E9A-28AA-2E42EB0D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3DE5A-C06D-A498-6170-6CB76ECC8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E48C7-A488-2456-317E-94982982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2BFC-5B4C-8A42-9F58-D109E2CD0A3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AF0DA-8F34-A18B-7A85-B7359067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18DBA-FF20-5A2A-885E-C08654460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FD20-84C2-EF4A-A883-518F45776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3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89A3F-A893-96FE-5839-6549BA68D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BD7B9-112A-505F-955B-1FEC99845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D76BF-A808-05A4-7A45-477CDAFA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2BFC-5B4C-8A42-9F58-D109E2CD0A3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003F2-363C-7043-99AA-00147C6F7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95493-019F-9D77-D28F-752DDB6F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FD20-84C2-EF4A-A883-518F45776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6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EE05-097B-62BD-260B-7775BC7F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43519-61C1-6845-6DC3-D0F9D1314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B22E3-5D00-8B50-B5F1-81FF29B1D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3F435-1618-1A94-4E32-10E40F54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2BFC-5B4C-8A42-9F58-D109E2CD0A3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9713-A6FF-6AE5-A060-4DD48AD6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AEC23-1FC6-FBED-EF8C-F3F88B94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FD20-84C2-EF4A-A883-518F45776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6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181E7-8EF9-28A6-F95D-DF87456B5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B37EA-F692-7FF7-6939-C87CC4C49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F397F-E77B-6532-4B15-887D825DF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498D9-7F59-FC32-0645-65C9755D37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431EC0-CCA7-1FC2-B30D-7C62CBA9D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86E533-B7B8-4893-2AE1-D3CD9D172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2BFC-5B4C-8A42-9F58-D109E2CD0A3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BD8FE2-95B4-A4DE-2DE3-0500334B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6BE420-AFB9-FC0F-35CC-8A6794CF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FD20-84C2-EF4A-A883-518F45776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0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0D29C-FC3F-E43C-FE77-105B7EAF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92046-BF48-1C5B-D8EE-B5266917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2BFC-5B4C-8A42-9F58-D109E2CD0A3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4D18C9-C7BA-C345-0C00-0E36C4EF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D5F93-7AA1-8499-3C16-E1C41DF9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FD20-84C2-EF4A-A883-518F45776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14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D0542-075D-CF5C-B454-4C08F299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2BFC-5B4C-8A42-9F58-D109E2CD0A3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F51EA-7E3E-A527-8ED2-C8671540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D19C6-66D1-4AE2-CEA3-AA60EC7D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FD20-84C2-EF4A-A883-518F45776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26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9E16-240E-B4F6-6069-56C93C47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0B786-1F13-237A-3E5F-B4E694663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A95EA-3717-4685-95CA-D0EB4E40A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19B48-62A1-EE91-2382-34BFD9DE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2BFC-5B4C-8A42-9F58-D109E2CD0A3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8B91D-997F-4E3F-A8FD-05DD0F77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714B2-28D7-53EE-CEB4-FA69AFFA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FD20-84C2-EF4A-A883-518F45776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53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868E6-608C-EF57-287E-D21F66C1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5E0EA7-661A-B880-0105-92B95AF71E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EBE23-CEDD-8D2A-322E-D08C48A95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D592E-CC6B-5D46-F787-70718FD1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2BFC-5B4C-8A42-9F58-D109E2CD0A3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8FF3F-7CFB-1AA0-4B36-40899EAF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6F91B-A9B3-FBA6-CA92-C3C13111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FD20-84C2-EF4A-A883-518F45776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9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117FF-2973-0595-A195-09BFA6BB7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9D952-2D16-A1AA-E162-1C20F48BF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5095A-E426-8653-6A18-D91178F6A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2BFC-5B4C-8A42-9F58-D109E2CD0A3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231FA-D53D-0149-EFB9-DDACDA9D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ACBA0-0DA4-B233-EBB8-BC951C9D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FD20-84C2-EF4A-A883-518F45776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78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64F18-1907-3D2E-F052-F3E47C4246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0F989-0858-E7CC-98A5-EF2348A3C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7BB92-5434-E4A0-1503-87FC55254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2BFC-5B4C-8A42-9F58-D109E2CD0A3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212F0-36E7-588F-F938-54587A6F0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59899-ED7B-A6D5-FADC-5A625E1B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FD20-84C2-EF4A-A883-518F45776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5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ABD82-DF85-9987-2995-39E59C16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7C016-8C74-9879-A75C-3BA873EB8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2E3C3-C91E-AB0B-2983-CCAD60C1E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02BFC-5B4C-8A42-9F58-D109E2CD0A3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C6CED-35FD-91DC-C59E-3E09702CD1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5FBEB-9C66-38B7-CD74-305C98442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8AFD20-84C2-EF4A-A883-518F45776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0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A7C5-B9F3-7ACD-890A-D1E5CC5C3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B264C4-2BB5-6D58-E70C-E5E806A2F9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7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Li</dc:creator>
  <cp:lastModifiedBy>Tong Li</cp:lastModifiedBy>
  <cp:revision>1</cp:revision>
  <dcterms:created xsi:type="dcterms:W3CDTF">2026-03-20T17:35:06Z</dcterms:created>
  <dcterms:modified xsi:type="dcterms:W3CDTF">2026-03-20T17:35:42Z</dcterms:modified>
</cp:coreProperties>
</file>