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0B7D-54F8-29A8-2173-5602E09B5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DCF68-61CD-22A9-83A0-D5C08099A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37FD-A3AA-08C2-0893-DB403BF8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8B4B6-C127-239B-08AD-149D936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D610A-0D4D-96D1-9610-14F2F4AA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09A1-96B9-97B6-2DC2-07BF3F84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775C-E05C-2714-DBEF-32DFFC7C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3F49-7203-DD6A-0FF1-10C276C9A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9BA8D-D695-8661-5899-510FBC4A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77787-C976-DCFF-ED57-587ADF8C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1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3CBF-2394-DF81-72C4-58549AAF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06E15-7773-C409-4CAD-D65BBAC5A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EC837-AE08-DC61-AE83-5731114D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18CF-7851-BC6D-DB06-6D629E9A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BFFC-5FAC-573B-C282-6EF597D2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3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24BB-A2BC-DF54-88C8-24CFAC1C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0CCF6-9E7A-7E18-DFBC-2C7473EFF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623FC-5ED0-1869-7225-D8C5B54FE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9DFA9-BB3B-B3F8-2736-A3E58BB4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DC928-A95A-8FED-86F2-A76A54E6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AE4D0-204D-26EA-B5F5-4913ACDC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6B77-65CF-E80F-6F75-8CCCBC42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BA4FA-1E25-AAEF-B91D-8E806B44D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D8E5A-D4FE-30AB-75FE-51ED4F924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21F82-7288-B5E7-63A7-79DA6A23F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45712-2E0A-5440-D332-FA942F81A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40CF1-C33A-0521-EA07-AB5EB597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4E2DB-4FB8-CBA6-360E-CAED3A45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C4833-A817-2B5A-C59A-7F11DACB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1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7B42-625A-7107-5709-967EE74E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13CE4-D988-47DB-DF21-21DC99D8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E59C0-9057-73D5-1B15-AD9207D6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324F0-61F7-A1A0-35D2-58B1CA64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058CD9-9EFA-3C0A-969B-31411300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C1CEE-8864-D84E-1D72-0032C4AA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031FF-2ED3-8B1F-1D60-E821C920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1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771F-6491-2B7C-CBAB-9EAA7590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0E62-3E65-A6A2-51B2-E315D36E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2B525-7EF8-81C1-C453-90320B93D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932ED-0228-929E-08BA-19E70F22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41C65-5833-2B9B-755C-637B8EB8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246F4-A809-F00E-4DC2-3B9A0285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0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87AF-1C04-661E-9F38-C3DAA6AD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39C5D-73BA-483D-4F73-1FBF27EFA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78AB4-8C98-749D-0D78-585295C2B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9C0CA-C8CA-1AF0-959C-F0C12466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75710-717F-EE63-C69A-0DA50ADD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21918-8B3F-8025-15E9-7031491F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10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5FF2-18F6-0E51-09A0-9A35B716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CF826-6D2B-8F98-3267-BEE7F6DBB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BA7F1-4EF7-9F45-4606-F724555F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E0637-D3EA-BBEB-FFFC-20A27690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09FFC-A276-3295-B558-62B12BC9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22CB5-C381-F74B-20A8-214F1B04D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0929E-211A-6D35-D432-31265B8CC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20A67-BDF6-B950-5ABC-65FF6472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80A68-26DA-27F1-B994-5D8D6F81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B06A-EF25-20FA-DEE6-F775042D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D5C20-2874-3ED6-E4CA-129A1531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355E7-8AAC-A64A-4023-09F8502BF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D0937-B414-42D7-F05B-6C59DC535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451FD-04AE-D74A-BA46-F98EC6D93FA2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A37BD-D130-F1A3-C5C9-BCADAC8CD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CBA02-6A92-7EFA-F7E4-3B93FF9F8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4AB67-7170-0C42-9771-95837F59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8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800C-DAE3-8ECA-153A-3A5B18C15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F4B91-3D2D-574E-7874-64EBABB7C6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Li</dc:creator>
  <cp:lastModifiedBy>Tong Li</cp:lastModifiedBy>
  <cp:revision>1</cp:revision>
  <dcterms:created xsi:type="dcterms:W3CDTF">2026-02-27T23:13:19Z</dcterms:created>
  <dcterms:modified xsi:type="dcterms:W3CDTF">2026-02-27T23:17:47Z</dcterms:modified>
</cp:coreProperties>
</file>